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Traffic Demand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Spatiotemporal Machine Learning Approach</a:t>
            </a:r>
          </a:p>
          <a:p>
            <a:r>
              <a:t>Using CatBoost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Accurately forecast traffic demand based on historical data.</a:t>
            </a:r>
          </a:p>
          <a:p>
            <a:pPr lvl="1"/>
            <a:r>
              <a:t>Challenges:</a:t>
            </a:r>
          </a:p>
          <a:p>
            <a:pPr lvl="2"/>
            <a:r>
              <a:t>Highly cyclical temporal patterns (time of day).</a:t>
            </a:r>
          </a:p>
          <a:p>
            <a:pPr lvl="2"/>
            <a:r>
              <a:t>High-cardinality spatial identifiers (geohash).</a:t>
            </a:r>
          </a:p>
          <a:p>
            <a:pPr lvl="2"/>
            <a:r>
              <a:t>Missing contextual metadata (Weather, Temperature).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Spatiotemporal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Transforming raw data into predictive signals:</a:t>
            </a:r>
          </a:p>
          <a:p>
            <a:pPr lvl="1"/>
            <a:r>
              <a:t>Temporal Cyclical Mapping:</a:t>
            </a:r>
          </a:p>
          <a:p>
            <a:pPr lvl="2"/>
            <a:r>
              <a:t>Converted timestamps into continuous daily minutes.</a:t>
            </a:r>
          </a:p>
          <a:p>
            <a:pPr lvl="2"/>
            <a:r>
              <a:t>Applied Sine &amp; Cosine transforms to preserve 24-hour continuity.</a:t>
            </a:r>
          </a:p>
          <a:p>
            <a:pPr lvl="1"/>
            <a:r>
              <a:t>Spatial Imputation:</a:t>
            </a:r>
          </a:p>
          <a:p>
            <a:pPr lvl="2"/>
            <a:r>
              <a:t>Preserved geohashes as raw categories for algorithmic target encoding.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Selection: CatBoost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CatBoost?</a:t>
            </a:r>
          </a:p>
          <a:p>
            <a:pPr lvl="1"/>
            <a:r>
              <a:t>Native Categorical Handling: Excellently handles 'geohash' without exploding memory via One-Hot Encoding.</a:t>
            </a:r>
          </a:p>
          <a:p>
            <a:pPr lvl="1"/>
            <a:r>
              <a:t>Robust to Overfitting: Symmetric tree structure and ordered boosting.</a:t>
            </a:r>
          </a:p>
          <a:p>
            <a:pPr lvl="1"/>
            <a:r>
              <a:t>Hyperparameters:</a:t>
            </a:r>
          </a:p>
          <a:p>
            <a:pPr lvl="2"/>
            <a:r>
              <a:t>Iterations: 1500 | Learning Rate: 0.05 | Depth: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Success:</a:t>
            </a:r>
          </a:p>
          <a:p>
            <a:pPr lvl="1"/>
            <a:r>
              <a:t>The solution successfully captures non-linear interactions between location and time.</a:t>
            </a:r>
          </a:p>
          <a:p>
            <a:pPr lvl="1"/>
            <a:r>
              <a:t>Robustly handles sparsity and categorical dimensionality.</a:t>
            </a:r>
          </a:p>
          <a:p>
            <a:pPr lvl="1"/>
            <a:r>
              <a:t>Achieved high R² performance ensuring stable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